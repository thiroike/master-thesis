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51CB9D-0187-4296-9E58-E11FAC0CE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694177-1659-44BE-AA12-AC3CECE64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A1F800-0B34-42DB-89EA-B278AD200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21E336-27BD-47A1-B71D-99B9ABE4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95DC36-811C-4A11-BDAC-53DC6848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0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2A30DE-CF65-49EE-B9B7-ACE42C68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49E98C-063D-4A29-A01F-5B15833AE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D595AA-F9F3-4C1A-9DAC-A80891B2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471FAE-2C84-4C0F-B5DE-BA4CD2D0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400D26-90E0-4BBC-8E9F-3AED9EE2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54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5726E1-FD61-44F9-A512-12435CF63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C4C161-8FD6-48E2-801E-38981F202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6F1158-308C-4AA0-B8BC-E17BE6E6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0D5EF9-4761-4F93-8FE1-B3C33E02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059657-D6E9-453C-AFE0-A2002BF9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68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BAF4A-111F-4BBA-844D-E0251E46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CBAF4A-417C-4C65-A5DD-62260004E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BDF41B-443E-40EC-B8F1-C25E467C2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7150E6-D5A6-48D0-B04C-E20A9685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09872F-CE5F-40D3-A243-BEECE1B8E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593DA1-2874-4842-9EC9-59928223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435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EF4D6-40B2-4D98-879C-6746ED0DA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294F6B-AE37-4D01-963B-38A43EA16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01D45B-65DF-48FB-A989-9AC4D806C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BCF8485-38C6-4D21-BFF8-7315CF858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F2B7F6-90B6-4B5F-A041-F46649355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F37A90-12FD-4291-A443-F3CFE85B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41FA89-14BC-443A-8947-FF7877BB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526A32-EECB-4678-82CF-69D30CD7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569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2025E-39D3-45D4-B8AB-9527F9D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526E72-07EA-44DE-A295-5DC5C8A5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2D9736-6914-402C-8EE0-5F83AA0C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6A55DB-DB10-4D5A-B56B-5D5B9E89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875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CF237E2-E724-4543-BC39-EAC7A467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E26D18-9771-4F9D-AB7F-7FF4AA78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3A0944-2BD0-4D2E-8D7A-4C726C8BB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144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5B0631-96B7-4609-93D2-5C490A565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4A145F-4CEC-4C26-9C0A-93B23AE94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C06670-F4AE-463A-8A2E-D4650A599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055085-1C6F-4B52-949D-02298919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B43DA5-AFCA-4FC8-8883-F5246536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4B1A3D-097D-4B74-A302-D3BDB508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63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695E8F-2A85-4A50-8065-9078E9CA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2561EA-D295-43B7-8C37-ECCC53932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B863F0-EC6D-443E-A062-B607FBB42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7956F5-E5FC-4D3D-BD67-EB65A555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C7E502-DB8E-423A-9614-5BC2E9DA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8EB6CF-3716-47BE-B1D2-5C1577C9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65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4C4F72-AD9B-43DA-950D-665F6FBE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F1072-0B33-4AA4-A6FB-01535050B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69927B-C22A-4D48-991C-173FA4CEC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ACF276-6F8D-4136-B590-113129BF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D523DA-6FA1-4012-9FF0-23991AE0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65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D386F26-AE83-4011-996E-1AFFF95D9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63D1A9-1497-45C6-A81B-6D14DCC45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19BFC5-9531-4FCF-AB8E-FE1F274F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AB2C8E-A85B-4935-B9BB-DDB374F4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98D002-3C23-41AD-BC75-8C13F227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474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B015741-D2E7-4EF7-831A-EE7C837A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90FEC3-6236-497E-8067-F81804E03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C84AF5-908A-457D-94E6-B21C51E04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72E42-B9E5-46D6-90E5-167571635387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57E9C4-D7A2-474B-BD2B-01441DFF4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18D533-0993-4534-A69B-D3C0E1A75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89CC6-B584-4FD6-BDBD-3D5DE8D87E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8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D3FC3B-27A2-4CF5-BE4F-CBBBBB540B83}"/>
              </a:ext>
            </a:extLst>
          </p:cNvPr>
          <p:cNvSpPr txBox="1"/>
          <p:nvPr/>
        </p:nvSpPr>
        <p:spPr>
          <a:xfrm>
            <a:off x="5993627" y="5613630"/>
            <a:ext cx="102463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9FE2E1-260E-460A-B3C4-683BF6FD5641}"/>
                  </a:ext>
                </a:extLst>
              </p:cNvPr>
              <p:cNvSpPr txBox="1"/>
              <p:nvPr/>
            </p:nvSpPr>
            <p:spPr>
              <a:xfrm>
                <a:off x="1623013" y="2565435"/>
                <a:ext cx="10385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𝜖</m:t>
                      </m:r>
                    </m:oMath>
                  </m:oMathPara>
                </a14:m>
                <a:endParaRPr kumimoji="1" lang="ja-JP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9FE2E1-260E-460A-B3C4-683BF6F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013" y="2565435"/>
                <a:ext cx="103854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1A8249BE-A94A-436C-BFCA-224C9399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0775" y="604156"/>
            <a:ext cx="7410450" cy="476386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D34D88-7FE1-4E8B-8573-D42DF689E3B4}"/>
              </a:ext>
            </a:extLst>
          </p:cNvPr>
          <p:cNvSpPr/>
          <p:nvPr/>
        </p:nvSpPr>
        <p:spPr>
          <a:xfrm>
            <a:off x="2253343" y="2367643"/>
            <a:ext cx="351065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E754B41-BFD8-49DC-80F9-BEE7A0E523A3}"/>
              </a:ext>
            </a:extLst>
          </p:cNvPr>
          <p:cNvSpPr/>
          <p:nvPr/>
        </p:nvSpPr>
        <p:spPr>
          <a:xfrm>
            <a:off x="5532663" y="5165270"/>
            <a:ext cx="2137683" cy="405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88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1</cp:revision>
  <dcterms:created xsi:type="dcterms:W3CDTF">2026-02-02T05:48:30Z</dcterms:created>
  <dcterms:modified xsi:type="dcterms:W3CDTF">2026-02-02T05:56:39Z</dcterms:modified>
</cp:coreProperties>
</file>