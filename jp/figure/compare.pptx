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579CB67-1D44-4384-8F02-2DEC584C8A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BF0E6339-D2AE-4054-9A1D-554893555F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1FC9D0E-701A-4B34-A0F3-BE51AC1637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6D44F7-D774-4572-AD68-A626C0434404}" type="datetimeFigureOut">
              <a:rPr kumimoji="1" lang="ja-JP" altLang="en-US" smtClean="0"/>
              <a:t>2026/2/1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4D78117-BBFA-4BC0-B0AA-23295927AA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A6FEE8C-E030-4BB1-8E78-D7C5F58F0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1B48A-82B8-4135-BD46-ECF7C8B40F0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71655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D05F61F-5921-4DD8-9167-7AE615027F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AE74BD4-FA2B-4AC1-9C27-45ED9A5987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745A182-9739-41A3-9D51-2C0A2F577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6D44F7-D774-4572-AD68-A626C0434404}" type="datetimeFigureOut">
              <a:rPr kumimoji="1" lang="ja-JP" altLang="en-US" smtClean="0"/>
              <a:t>2026/2/1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56EC2BC-DE68-4494-8C0C-B207DF1A3C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C1CC597-1324-44C4-A29E-C9BCF5BF3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1B48A-82B8-4135-BD46-ECF7C8B40F0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802039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20FAB07-1584-407A-9220-A45C55110E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DB1C4534-9270-4074-95F2-D7F8CC7597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734BE46-B384-4778-A313-100101B8E1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6D44F7-D774-4572-AD68-A626C0434404}" type="datetimeFigureOut">
              <a:rPr kumimoji="1" lang="ja-JP" altLang="en-US" smtClean="0"/>
              <a:t>2026/2/1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C71B1DA-5C34-466C-8328-1FD3ED9323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1086474-C86A-43E3-8199-409843C2FC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1B48A-82B8-4135-BD46-ECF7C8B40F0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350415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082002F-8985-4281-A131-A49D544FFB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74FC870-4A1C-4EEC-B564-0F4AD217C9C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AFE28326-D969-420A-BF34-19A7D94F75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4956CD5D-4833-4C91-A752-D2ADA80242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6D44F7-D774-4572-AD68-A626C0434404}" type="datetimeFigureOut">
              <a:rPr kumimoji="1" lang="ja-JP" altLang="en-US" smtClean="0"/>
              <a:t>2026/2/1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7430BA2-C755-4372-9E20-6E6FC020F3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7811A49F-88D5-4A47-BC64-7FBA62E172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1B48A-82B8-4135-BD46-ECF7C8B40F0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602011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778384A-E2B0-4F46-B0A9-D2E65C0371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690E68FB-F68C-404B-8624-A7E9105C09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21A2FD8A-07FF-4726-899B-315B3E4C36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6803CD8-2D8F-44D8-AE34-DBDFEEB3D1B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8246D799-1F29-40ED-8BAC-786477D9A89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B4DCC0CC-9E90-4F52-A0C0-7654C64B97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6D44F7-D774-4572-AD68-A626C0434404}" type="datetimeFigureOut">
              <a:rPr kumimoji="1" lang="ja-JP" altLang="en-US" smtClean="0"/>
              <a:t>2026/2/1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38F2E040-4B67-4397-A2AF-44E0C7572E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0FB419A6-A6B5-4E1F-8F01-94760FFAD4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1B48A-82B8-4135-BD46-ECF7C8B40F0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581588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3BC6045-F8CE-42A8-BA2E-5E79E35260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033BC953-96EC-4862-AF95-F9DB55946F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6D44F7-D774-4572-AD68-A626C0434404}" type="datetimeFigureOut">
              <a:rPr kumimoji="1" lang="ja-JP" altLang="en-US" smtClean="0"/>
              <a:t>2026/2/1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288D0605-76ED-4F68-90FA-BE820B812E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D80B0618-F1C6-4425-9914-BA27D6D3BB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1B48A-82B8-4135-BD46-ECF7C8B40F0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309831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FB97CC0A-9678-4004-A1E4-F44968E41D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6D44F7-D774-4572-AD68-A626C0434404}" type="datetimeFigureOut">
              <a:rPr kumimoji="1" lang="ja-JP" altLang="en-US" smtClean="0"/>
              <a:t>2026/2/1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C972D793-CE22-451E-8708-C64C9D315C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6F362D51-AE96-4DA8-9EEC-2DE33EC9D7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1B48A-82B8-4135-BD46-ECF7C8B40F0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978963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7A65ABB-5662-4BDA-82B4-DD3055252F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A304960-E99A-41A3-B6CA-165AAFF52E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9A3EF83A-5C13-4380-9BA9-024CD26699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2929BD2B-E62F-438D-9494-880DBE6117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6D44F7-D774-4572-AD68-A626C0434404}" type="datetimeFigureOut">
              <a:rPr kumimoji="1" lang="ja-JP" altLang="en-US" smtClean="0"/>
              <a:t>2026/2/1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86C1DAB6-A02D-4A4F-8C92-F31A133045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967EDFAA-F753-465B-B466-C77CE64F3E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1B48A-82B8-4135-BD46-ECF7C8B40F0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313653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E6C4DD3-9C61-48C5-90C0-0626AFF364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7770B8DE-4302-44CB-B6DF-635D60C3798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A800D30D-5A33-4535-A845-63DAE9C8DB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F640A34-EF29-4AE2-9423-5EED63491B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6D44F7-D774-4572-AD68-A626C0434404}" type="datetimeFigureOut">
              <a:rPr kumimoji="1" lang="ja-JP" altLang="en-US" smtClean="0"/>
              <a:t>2026/2/1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3656C3D9-66C5-44CE-8F93-9C2E66E4AE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8B492157-AE79-4B82-AC8B-53FA71DB51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1B48A-82B8-4135-BD46-ECF7C8B40F0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802357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315B945-D30F-4E2B-8416-AD69E0523C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D8860830-9600-4A7F-A93C-ACD5F38C1A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891A50B-85F9-4C46-A658-7A441794BF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6D44F7-D774-4572-AD68-A626C0434404}" type="datetimeFigureOut">
              <a:rPr kumimoji="1" lang="ja-JP" altLang="en-US" smtClean="0"/>
              <a:t>2026/2/1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AA8E9CA-E414-42D4-9B93-8596C229A0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7980188-9268-4DB1-A675-09CEFACF5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1B48A-82B8-4135-BD46-ECF7C8B40F0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546167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28408815-66FC-4BB8-ACC3-324B89DB579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F5EDE026-F26E-429D-A754-1A5C229797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BA78EFF-B05B-45AB-87E8-A4D48560C7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6D44F7-D774-4572-AD68-A626C0434404}" type="datetimeFigureOut">
              <a:rPr kumimoji="1" lang="ja-JP" altLang="en-US" smtClean="0"/>
              <a:t>2026/2/1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311C33A-35DE-414E-A30F-FC32539867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79B1C4F-4BB8-4D9C-A39F-A1AA161E29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1B48A-82B8-4135-BD46-ECF7C8B40F0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12221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B1522F6C-4B6D-480E-88CA-A878C0CB19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EBF37453-E345-418E-AE6C-0605462AAF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22602B0-B4D7-46F9-97F7-B74A02E7457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6D44F7-D774-4572-AD68-A626C0434404}" type="datetimeFigureOut">
              <a:rPr kumimoji="1" lang="ja-JP" altLang="en-US" smtClean="0"/>
              <a:t>2026/2/1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0A046FF-3592-4FA8-A118-C1875292533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29EB988-E06C-4B84-A93F-D2B8CD781CB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51B48A-82B8-4135-BD46-ECF7C8B40F0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706012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3" Type="http://schemas.openxmlformats.org/officeDocument/2006/relationships/image" Target="../media/image2.png"/><Relationship Id="rId21" Type="http://schemas.openxmlformats.org/officeDocument/2006/relationships/image" Target="../media/image20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24" Type="http://schemas.openxmlformats.org/officeDocument/2006/relationships/image" Target="../media/image23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23" Type="http://schemas.openxmlformats.org/officeDocument/2006/relationships/image" Target="../media/image22.png"/><Relationship Id="rId10" Type="http://schemas.openxmlformats.org/officeDocument/2006/relationships/image" Target="../media/image9.png"/><Relationship Id="rId19" Type="http://schemas.openxmlformats.org/officeDocument/2006/relationships/image" Target="../media/image18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Relationship Id="rId22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グループ化 3">
            <a:extLst>
              <a:ext uri="{FF2B5EF4-FFF2-40B4-BE49-F238E27FC236}">
                <a16:creationId xmlns:a16="http://schemas.microsoft.com/office/drawing/2014/main" id="{686675A1-6B88-4DB6-BFE2-9FE3F4300EEF}"/>
              </a:ext>
            </a:extLst>
          </p:cNvPr>
          <p:cNvGrpSpPr/>
          <p:nvPr/>
        </p:nvGrpSpPr>
        <p:grpSpPr>
          <a:xfrm>
            <a:off x="0" y="242597"/>
            <a:ext cx="12005151" cy="727594"/>
            <a:chOff x="0" y="6130406"/>
            <a:chExt cx="12005151" cy="727594"/>
          </a:xfrm>
        </p:grpSpPr>
        <p:sp>
          <p:nvSpPr>
            <p:cNvPr id="10" name="テキスト ボックス 9">
              <a:extLst>
                <a:ext uri="{FF2B5EF4-FFF2-40B4-BE49-F238E27FC236}">
                  <a16:creationId xmlns:a16="http://schemas.microsoft.com/office/drawing/2014/main" id="{F8BCB758-962F-498F-A4D0-EB9BEF521996}"/>
                </a:ext>
              </a:extLst>
            </p:cNvPr>
            <p:cNvSpPr txBox="1"/>
            <p:nvPr/>
          </p:nvSpPr>
          <p:spPr>
            <a:xfrm>
              <a:off x="10153362" y="6211669"/>
              <a:ext cx="1851789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ja-JP" dirty="0">
                  <a:latin typeface="Arial" panose="020B0604020202020204" pitchFamily="34" charset="0"/>
                  <a:cs typeface="Arial" panose="020B0604020202020204" pitchFamily="34" charset="0"/>
                </a:rPr>
                <a:t>Adaptive</a:t>
              </a:r>
            </a:p>
            <a:p>
              <a:pPr algn="ctr"/>
              <a:r>
                <a:rPr lang="en-US" altLang="ja-JP" dirty="0">
                  <a:latin typeface="Arial" panose="020B0604020202020204" pitchFamily="34" charset="0"/>
                  <a:cs typeface="Arial" panose="020B0604020202020204" pitchFamily="34" charset="0"/>
                </a:rPr>
                <a:t>PolyDice-1 Loss</a:t>
              </a:r>
              <a:endParaRPr kumimoji="1" lang="ja-JP" altLang="en-US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" name="テキスト ボックス 10">
              <a:extLst>
                <a:ext uri="{FF2B5EF4-FFF2-40B4-BE49-F238E27FC236}">
                  <a16:creationId xmlns:a16="http://schemas.microsoft.com/office/drawing/2014/main" id="{86C71621-584C-421C-A009-054159EB8511}"/>
                </a:ext>
              </a:extLst>
            </p:cNvPr>
            <p:cNvSpPr txBox="1"/>
            <p:nvPr/>
          </p:nvSpPr>
          <p:spPr>
            <a:xfrm>
              <a:off x="1709504" y="6161184"/>
              <a:ext cx="15440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dirty="0">
                  <a:latin typeface="Arial" panose="020B0604020202020204" pitchFamily="34" charset="0"/>
                  <a:cs typeface="Arial" panose="020B0604020202020204" pitchFamily="34" charset="0"/>
                </a:rPr>
                <a:t>Ground Truth</a:t>
              </a:r>
              <a:endParaRPr kumimoji="1" lang="ja-JP" altLang="en-US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テキスト ボックス 11">
                  <a:extLst>
                    <a:ext uri="{FF2B5EF4-FFF2-40B4-BE49-F238E27FC236}">
                      <a16:creationId xmlns:a16="http://schemas.microsoft.com/office/drawing/2014/main" id="{48F7313D-AF1E-4F7B-B988-F9E656AFEFFF}"/>
                    </a:ext>
                  </a:extLst>
                </p:cNvPr>
                <p:cNvSpPr txBox="1"/>
                <p:nvPr/>
              </p:nvSpPr>
              <p:spPr>
                <a:xfrm>
                  <a:off x="6714277" y="6165503"/>
                  <a:ext cx="1851789" cy="64633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US" altLang="ja-JP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PolyDice-1 Loss</a:t>
                  </a:r>
                </a:p>
                <a:p>
                  <a:pPr algn="ctr"/>
                  <a:r>
                    <a:rPr lang="en-US" altLang="ja-JP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 </a:t>
                  </a:r>
                  <a14:m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ja-JP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m:t>(</m:t>
                      </m:r>
                      <m:r>
                        <a:rPr lang="en-US" altLang="ja-JP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𝜖</m:t>
                      </m:r>
                      <m:r>
                        <a:rPr lang="en-US" altLang="ja-JP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=0.0</m:t>
                      </m:r>
                      <m:r>
                        <m:rPr>
                          <m:nor/>
                        </m:rPr>
                        <a:rPr lang="en-US" altLang="ja-JP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m:t>)</m:t>
                      </m:r>
                    </m:oMath>
                  </a14:m>
                  <a:endParaRPr kumimoji="1" lang="ja-JP" altLang="en-US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mc:Choice>
          <mc:Fallback xmlns="">
            <p:sp>
              <p:nvSpPr>
                <p:cNvPr id="12" name="テキスト ボックス 11">
                  <a:extLst>
                    <a:ext uri="{FF2B5EF4-FFF2-40B4-BE49-F238E27FC236}">
                      <a16:creationId xmlns:a16="http://schemas.microsoft.com/office/drawing/2014/main" id="{48F7313D-AF1E-4F7B-B988-F9E656AFEFF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14277" y="6165503"/>
                  <a:ext cx="1851789" cy="646331"/>
                </a:xfrm>
                <a:prstGeom prst="rect">
                  <a:avLst/>
                </a:prstGeom>
                <a:blipFill>
                  <a:blip r:embed="rId2"/>
                  <a:stretch>
                    <a:fillRect l="-2303" t="-5660" r="-2632" b="-7547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" name="テキスト ボックス 12">
              <a:extLst>
                <a:ext uri="{FF2B5EF4-FFF2-40B4-BE49-F238E27FC236}">
                  <a16:creationId xmlns:a16="http://schemas.microsoft.com/office/drawing/2014/main" id="{E1B6F6E5-15BB-4D4A-9B53-DE75651BDAE1}"/>
                </a:ext>
              </a:extLst>
            </p:cNvPr>
            <p:cNvSpPr txBox="1"/>
            <p:nvPr/>
          </p:nvSpPr>
          <p:spPr>
            <a:xfrm>
              <a:off x="5270451" y="6165503"/>
              <a:ext cx="130035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dirty="0">
                  <a:latin typeface="Arial" panose="020B0604020202020204" pitchFamily="34" charset="0"/>
                  <a:cs typeface="Arial" panose="020B0604020202020204" pitchFamily="34" charset="0"/>
                </a:rPr>
                <a:t>Focal Loss</a:t>
              </a:r>
              <a:endParaRPr kumimoji="1" lang="ja-JP" altLang="en-US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テキスト ボックス 13">
                  <a:extLst>
                    <a:ext uri="{FF2B5EF4-FFF2-40B4-BE49-F238E27FC236}">
                      <a16:creationId xmlns:a16="http://schemas.microsoft.com/office/drawing/2014/main" id="{ED7CDA84-F9A9-445E-8013-C812B18867EC}"/>
                    </a:ext>
                  </a:extLst>
                </p:cNvPr>
                <p:cNvSpPr txBox="1"/>
                <p:nvPr/>
              </p:nvSpPr>
              <p:spPr>
                <a:xfrm>
                  <a:off x="8485116" y="6211669"/>
                  <a:ext cx="1851789" cy="64633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US" altLang="ja-JP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PolyDice-1 Loss</a:t>
                  </a:r>
                </a:p>
                <a:p>
                  <a:pPr algn="ctr"/>
                  <a:r>
                    <a:rPr lang="en-US" altLang="ja-JP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 </a:t>
                  </a:r>
                  <a14:m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ja-JP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m:t>(</m:t>
                      </m:r>
                      <m:r>
                        <a:rPr lang="en-US" altLang="ja-JP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𝜖</m:t>
                      </m:r>
                      <m:r>
                        <a:rPr lang="en-US" altLang="ja-JP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altLang="ja-JP" b="0" i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m:t>opt</m:t>
                      </m:r>
                      <m:r>
                        <m:rPr>
                          <m:nor/>
                        </m:rPr>
                        <a:rPr lang="en-US" altLang="ja-JP" b="0" i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m:t>.)</m:t>
                      </m:r>
                    </m:oMath>
                  </a14:m>
                  <a:endParaRPr kumimoji="1" lang="ja-JP" altLang="en-US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mc:Choice>
          <mc:Fallback xmlns="">
            <p:sp>
              <p:nvSpPr>
                <p:cNvPr id="14" name="テキスト ボックス 13">
                  <a:extLst>
                    <a:ext uri="{FF2B5EF4-FFF2-40B4-BE49-F238E27FC236}">
                      <a16:creationId xmlns:a16="http://schemas.microsoft.com/office/drawing/2014/main" id="{ED7CDA84-F9A9-445E-8013-C812B18867E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485116" y="6211669"/>
                  <a:ext cx="1851789" cy="646331"/>
                </a:xfrm>
                <a:prstGeom prst="rect">
                  <a:avLst/>
                </a:prstGeom>
                <a:blipFill>
                  <a:blip r:embed="rId3"/>
                  <a:stretch>
                    <a:fillRect l="-2632" t="-4717" r="-2303" b="-8491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5" name="テキスト ボックス 14">
              <a:extLst>
                <a:ext uri="{FF2B5EF4-FFF2-40B4-BE49-F238E27FC236}">
                  <a16:creationId xmlns:a16="http://schemas.microsoft.com/office/drawing/2014/main" id="{CF047E92-9C64-4D05-8926-87E0E059B7FE}"/>
                </a:ext>
              </a:extLst>
            </p:cNvPr>
            <p:cNvSpPr txBox="1"/>
            <p:nvPr/>
          </p:nvSpPr>
          <p:spPr>
            <a:xfrm>
              <a:off x="0" y="6130406"/>
              <a:ext cx="153599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2000" dirty="0">
                  <a:latin typeface="Arial" panose="020B0604020202020204" pitchFamily="34" charset="0"/>
                  <a:cs typeface="Arial" panose="020B0604020202020204" pitchFamily="34" charset="0"/>
                </a:rPr>
                <a:t>Input Image</a:t>
              </a:r>
              <a:endParaRPr kumimoji="1" lang="ja-JP" altLang="en-US" sz="20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4" name="テキスト ボックス 33">
              <a:extLst>
                <a:ext uri="{FF2B5EF4-FFF2-40B4-BE49-F238E27FC236}">
                  <a16:creationId xmlns:a16="http://schemas.microsoft.com/office/drawing/2014/main" id="{CD7A741F-11F0-4AB1-B8C3-0E76B5EBA077}"/>
                </a:ext>
              </a:extLst>
            </p:cNvPr>
            <p:cNvSpPr txBox="1"/>
            <p:nvPr/>
          </p:nvSpPr>
          <p:spPr>
            <a:xfrm>
              <a:off x="3602204" y="6161184"/>
              <a:ext cx="119776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dirty="0">
                  <a:latin typeface="Arial" panose="020B0604020202020204" pitchFamily="34" charset="0"/>
                  <a:cs typeface="Arial" panose="020B0604020202020204" pitchFamily="34" charset="0"/>
                </a:rPr>
                <a:t>Dice Loss</a:t>
              </a:r>
              <a:endParaRPr kumimoji="1" lang="ja-JP" altLang="en-US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2" name="グループ化 1">
            <a:extLst>
              <a:ext uri="{FF2B5EF4-FFF2-40B4-BE49-F238E27FC236}">
                <a16:creationId xmlns:a16="http://schemas.microsoft.com/office/drawing/2014/main" id="{34953632-12D2-4AAF-B23F-A6E7BBC44EF3}"/>
              </a:ext>
            </a:extLst>
          </p:cNvPr>
          <p:cNvGrpSpPr/>
          <p:nvPr/>
        </p:nvGrpSpPr>
        <p:grpSpPr>
          <a:xfrm>
            <a:off x="228600" y="970191"/>
            <a:ext cx="11384057" cy="5653613"/>
            <a:chOff x="228600" y="197305"/>
            <a:chExt cx="11384057" cy="5653613"/>
          </a:xfrm>
        </p:grpSpPr>
        <p:grpSp>
          <p:nvGrpSpPr>
            <p:cNvPr id="55" name="グループ化 54">
              <a:extLst>
                <a:ext uri="{FF2B5EF4-FFF2-40B4-BE49-F238E27FC236}">
                  <a16:creationId xmlns:a16="http://schemas.microsoft.com/office/drawing/2014/main" id="{DE6136C7-2F74-4B52-B946-93992BEC2887}"/>
                </a:ext>
              </a:extLst>
            </p:cNvPr>
            <p:cNvGrpSpPr/>
            <p:nvPr/>
          </p:nvGrpSpPr>
          <p:grpSpPr>
            <a:xfrm>
              <a:off x="228600" y="4067885"/>
              <a:ext cx="11384057" cy="1071024"/>
              <a:chOff x="228600" y="4734975"/>
              <a:chExt cx="11384057" cy="1071024"/>
            </a:xfrm>
          </p:grpSpPr>
          <p:pic>
            <p:nvPicPr>
              <p:cNvPr id="38" name="図 37">
                <a:extLst>
                  <a:ext uri="{FF2B5EF4-FFF2-40B4-BE49-F238E27FC236}">
                    <a16:creationId xmlns:a16="http://schemas.microsoft.com/office/drawing/2014/main" id="{A7EA7154-7902-4AC6-96B5-4BC38A4FFC3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948143" y="4739199"/>
                <a:ext cx="1066800" cy="1066800"/>
              </a:xfrm>
              <a:prstGeom prst="rect">
                <a:avLst/>
              </a:prstGeom>
            </p:spPr>
          </p:pic>
          <p:pic>
            <p:nvPicPr>
              <p:cNvPr id="40" name="図 39">
                <a:extLst>
                  <a:ext uri="{FF2B5EF4-FFF2-40B4-BE49-F238E27FC236}">
                    <a16:creationId xmlns:a16="http://schemas.microsoft.com/office/drawing/2014/main" id="{3B98F9C7-A40B-44ED-8A96-CD88C45D26F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28600" y="4739199"/>
                <a:ext cx="1066800" cy="1066800"/>
              </a:xfrm>
              <a:prstGeom prst="rect">
                <a:avLst/>
              </a:prstGeom>
            </p:spPr>
          </p:pic>
          <p:pic>
            <p:nvPicPr>
              <p:cNvPr id="42" name="図 41">
                <a:extLst>
                  <a:ext uri="{FF2B5EF4-FFF2-40B4-BE49-F238E27FC236}">
                    <a16:creationId xmlns:a16="http://schemas.microsoft.com/office/drawing/2014/main" id="{3ACABA91-F833-4A83-8F07-7823382CD00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667686" y="4739199"/>
                <a:ext cx="1066800" cy="1066800"/>
              </a:xfrm>
              <a:prstGeom prst="rect">
                <a:avLst/>
              </a:prstGeom>
            </p:spPr>
          </p:pic>
          <p:pic>
            <p:nvPicPr>
              <p:cNvPr id="44" name="図 43">
                <a:extLst>
                  <a:ext uri="{FF2B5EF4-FFF2-40B4-BE49-F238E27FC236}">
                    <a16:creationId xmlns:a16="http://schemas.microsoft.com/office/drawing/2014/main" id="{1E3B2295-D8A7-4AEE-B6FE-0D97CE6787D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387229" y="4739199"/>
                <a:ext cx="1066800" cy="1066800"/>
              </a:xfrm>
              <a:prstGeom prst="rect">
                <a:avLst/>
              </a:prstGeom>
            </p:spPr>
          </p:pic>
          <p:pic>
            <p:nvPicPr>
              <p:cNvPr id="46" name="図 45">
                <a:extLst>
                  <a:ext uri="{FF2B5EF4-FFF2-40B4-BE49-F238E27FC236}">
                    <a16:creationId xmlns:a16="http://schemas.microsoft.com/office/drawing/2014/main" id="{2D6B68F6-66A3-470E-A858-7547540FF9B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106772" y="4734975"/>
                <a:ext cx="1066800" cy="1066800"/>
              </a:xfrm>
              <a:prstGeom prst="rect">
                <a:avLst/>
              </a:prstGeom>
            </p:spPr>
          </p:pic>
          <p:pic>
            <p:nvPicPr>
              <p:cNvPr id="48" name="図 47">
                <a:extLst>
                  <a:ext uri="{FF2B5EF4-FFF2-40B4-BE49-F238E27FC236}">
                    <a16:creationId xmlns:a16="http://schemas.microsoft.com/office/drawing/2014/main" id="{6B100F48-D29B-4004-835E-16CDB40E90B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826315" y="4734975"/>
                <a:ext cx="1066800" cy="1066800"/>
              </a:xfrm>
              <a:prstGeom prst="rect">
                <a:avLst/>
              </a:prstGeom>
            </p:spPr>
          </p:pic>
          <p:pic>
            <p:nvPicPr>
              <p:cNvPr id="51" name="図 50">
                <a:extLst>
                  <a:ext uri="{FF2B5EF4-FFF2-40B4-BE49-F238E27FC236}">
                    <a16:creationId xmlns:a16="http://schemas.microsoft.com/office/drawing/2014/main" id="{FC05F660-215B-4825-8286-DE48A97C736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0545857" y="4734975"/>
                <a:ext cx="1066800" cy="1066800"/>
              </a:xfrm>
              <a:prstGeom prst="rect">
                <a:avLst/>
              </a:prstGeom>
            </p:spPr>
          </p:pic>
        </p:grpSp>
        <p:grpSp>
          <p:nvGrpSpPr>
            <p:cNvPr id="31" name="グループ化 30">
              <a:extLst>
                <a:ext uri="{FF2B5EF4-FFF2-40B4-BE49-F238E27FC236}">
                  <a16:creationId xmlns:a16="http://schemas.microsoft.com/office/drawing/2014/main" id="{DB541404-89E6-4F34-850E-F552697CA742}"/>
                </a:ext>
              </a:extLst>
            </p:cNvPr>
            <p:cNvGrpSpPr/>
            <p:nvPr/>
          </p:nvGrpSpPr>
          <p:grpSpPr>
            <a:xfrm>
              <a:off x="228600" y="197305"/>
              <a:ext cx="11384057" cy="1100818"/>
              <a:chOff x="228600" y="2422072"/>
              <a:chExt cx="11384057" cy="1100818"/>
            </a:xfrm>
          </p:grpSpPr>
          <p:pic>
            <p:nvPicPr>
              <p:cNvPr id="16" name="図 15">
                <a:extLst>
                  <a:ext uri="{FF2B5EF4-FFF2-40B4-BE49-F238E27FC236}">
                    <a16:creationId xmlns:a16="http://schemas.microsoft.com/office/drawing/2014/main" id="{91911849-F137-4543-8FBF-8EC1079A50D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28600" y="2456090"/>
                <a:ext cx="1066800" cy="1066800"/>
              </a:xfrm>
              <a:prstGeom prst="rect">
                <a:avLst/>
              </a:prstGeom>
            </p:spPr>
          </p:pic>
          <p:pic>
            <p:nvPicPr>
              <p:cNvPr id="18" name="図 17">
                <a:extLst>
                  <a:ext uri="{FF2B5EF4-FFF2-40B4-BE49-F238E27FC236}">
                    <a16:creationId xmlns:a16="http://schemas.microsoft.com/office/drawing/2014/main" id="{8771099E-BE3E-4297-B8A1-2EC9654F669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948142" y="2456090"/>
                <a:ext cx="1066800" cy="1066800"/>
              </a:xfrm>
              <a:prstGeom prst="rect">
                <a:avLst/>
              </a:prstGeom>
            </p:spPr>
          </p:pic>
          <p:pic>
            <p:nvPicPr>
              <p:cNvPr id="21" name="図 20">
                <a:extLst>
                  <a:ext uri="{FF2B5EF4-FFF2-40B4-BE49-F238E27FC236}">
                    <a16:creationId xmlns:a16="http://schemas.microsoft.com/office/drawing/2014/main" id="{939FDF51-5587-4975-B3EA-E84A303A118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387229" y="2456090"/>
                <a:ext cx="1066800" cy="1066800"/>
              </a:xfrm>
              <a:prstGeom prst="rect">
                <a:avLst/>
              </a:prstGeom>
            </p:spPr>
          </p:pic>
          <p:pic>
            <p:nvPicPr>
              <p:cNvPr id="23" name="図 22">
                <a:extLst>
                  <a:ext uri="{FF2B5EF4-FFF2-40B4-BE49-F238E27FC236}">
                    <a16:creationId xmlns:a16="http://schemas.microsoft.com/office/drawing/2014/main" id="{F16EE03A-8A19-4BE7-9456-360D7EF3EAC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667686" y="2456090"/>
                <a:ext cx="1066800" cy="1066800"/>
              </a:xfrm>
              <a:prstGeom prst="rect">
                <a:avLst/>
              </a:prstGeom>
            </p:spPr>
          </p:pic>
          <p:pic>
            <p:nvPicPr>
              <p:cNvPr id="25" name="図 24">
                <a:extLst>
                  <a:ext uri="{FF2B5EF4-FFF2-40B4-BE49-F238E27FC236}">
                    <a16:creationId xmlns:a16="http://schemas.microsoft.com/office/drawing/2014/main" id="{427ABE23-3FE6-4E44-B130-868CA770ED9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106771" y="2422072"/>
                <a:ext cx="1066800" cy="1066800"/>
              </a:xfrm>
              <a:prstGeom prst="rect">
                <a:avLst/>
              </a:prstGeom>
            </p:spPr>
          </p:pic>
          <p:pic>
            <p:nvPicPr>
              <p:cNvPr id="28" name="図 27">
                <a:extLst>
                  <a:ext uri="{FF2B5EF4-FFF2-40B4-BE49-F238E27FC236}">
                    <a16:creationId xmlns:a16="http://schemas.microsoft.com/office/drawing/2014/main" id="{3157D22F-7A84-40C7-AF3B-5F05E28FB44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826313" y="2456090"/>
                <a:ext cx="1066800" cy="1066800"/>
              </a:xfrm>
              <a:prstGeom prst="rect">
                <a:avLst/>
              </a:prstGeom>
            </p:spPr>
          </p:pic>
          <p:pic>
            <p:nvPicPr>
              <p:cNvPr id="30" name="図 29">
                <a:extLst>
                  <a:ext uri="{FF2B5EF4-FFF2-40B4-BE49-F238E27FC236}">
                    <a16:creationId xmlns:a16="http://schemas.microsoft.com/office/drawing/2014/main" id="{3D1D392A-505C-48E3-B99E-64F8693F7CF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0545857" y="2456090"/>
                <a:ext cx="1066800" cy="1066800"/>
              </a:xfrm>
              <a:prstGeom prst="rect">
                <a:avLst/>
              </a:prstGeom>
            </p:spPr>
          </p:pic>
        </p:grpSp>
        <p:grpSp>
          <p:nvGrpSpPr>
            <p:cNvPr id="54" name="グループ化 53">
              <a:extLst>
                <a:ext uri="{FF2B5EF4-FFF2-40B4-BE49-F238E27FC236}">
                  <a16:creationId xmlns:a16="http://schemas.microsoft.com/office/drawing/2014/main" id="{12752802-AEFE-4149-B389-1CC7D376A96C}"/>
                </a:ext>
              </a:extLst>
            </p:cNvPr>
            <p:cNvGrpSpPr/>
            <p:nvPr/>
          </p:nvGrpSpPr>
          <p:grpSpPr>
            <a:xfrm>
              <a:off x="228600" y="2148100"/>
              <a:ext cx="11384055" cy="1071197"/>
              <a:chOff x="228600" y="2838033"/>
              <a:chExt cx="11384055" cy="1071197"/>
            </a:xfrm>
          </p:grpSpPr>
          <p:pic>
            <p:nvPicPr>
              <p:cNvPr id="33" name="図 32">
                <a:extLst>
                  <a:ext uri="{FF2B5EF4-FFF2-40B4-BE49-F238E27FC236}">
                    <a16:creationId xmlns:a16="http://schemas.microsoft.com/office/drawing/2014/main" id="{A6BFE569-C9F9-4E5C-8870-5C53A211DFF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28600" y="2838033"/>
                <a:ext cx="1066800" cy="1066800"/>
              </a:xfrm>
              <a:prstGeom prst="rect">
                <a:avLst/>
              </a:prstGeom>
            </p:spPr>
          </p:pic>
          <p:pic>
            <p:nvPicPr>
              <p:cNvPr id="36" name="図 35">
                <a:extLst>
                  <a:ext uri="{FF2B5EF4-FFF2-40B4-BE49-F238E27FC236}">
                    <a16:creationId xmlns:a16="http://schemas.microsoft.com/office/drawing/2014/main" id="{49E458E9-3EFC-42AE-8DB2-F66D861F526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948142" y="2842430"/>
                <a:ext cx="1066800" cy="1066800"/>
              </a:xfrm>
              <a:prstGeom prst="rect">
                <a:avLst/>
              </a:prstGeom>
            </p:spPr>
          </p:pic>
          <p:pic>
            <p:nvPicPr>
              <p:cNvPr id="39" name="図 38">
                <a:extLst>
                  <a:ext uri="{FF2B5EF4-FFF2-40B4-BE49-F238E27FC236}">
                    <a16:creationId xmlns:a16="http://schemas.microsoft.com/office/drawing/2014/main" id="{30A1A259-2A30-4FE9-B419-72D168B0BCD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667686" y="2842430"/>
                <a:ext cx="1066800" cy="1066800"/>
              </a:xfrm>
              <a:prstGeom prst="rect">
                <a:avLst/>
              </a:prstGeom>
            </p:spPr>
          </p:pic>
          <p:pic>
            <p:nvPicPr>
              <p:cNvPr id="43" name="図 42">
                <a:extLst>
                  <a:ext uri="{FF2B5EF4-FFF2-40B4-BE49-F238E27FC236}">
                    <a16:creationId xmlns:a16="http://schemas.microsoft.com/office/drawing/2014/main" id="{A7B22B06-A570-4626-8A36-2F34805F180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387229" y="2842430"/>
                <a:ext cx="1066800" cy="1066800"/>
              </a:xfrm>
              <a:prstGeom prst="rect">
                <a:avLst/>
              </a:prstGeom>
            </p:spPr>
          </p:pic>
          <p:pic>
            <p:nvPicPr>
              <p:cNvPr id="47" name="図 46">
                <a:extLst>
                  <a:ext uri="{FF2B5EF4-FFF2-40B4-BE49-F238E27FC236}">
                    <a16:creationId xmlns:a16="http://schemas.microsoft.com/office/drawing/2014/main" id="{D4355650-7FB5-4E19-AFEB-05D6B743EDB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106771" y="2838033"/>
                <a:ext cx="1066800" cy="1066800"/>
              </a:xfrm>
              <a:prstGeom prst="rect">
                <a:avLst/>
              </a:prstGeom>
            </p:spPr>
          </p:pic>
          <p:pic>
            <p:nvPicPr>
              <p:cNvPr id="50" name="図 49">
                <a:extLst>
                  <a:ext uri="{FF2B5EF4-FFF2-40B4-BE49-F238E27FC236}">
                    <a16:creationId xmlns:a16="http://schemas.microsoft.com/office/drawing/2014/main" id="{B9ADB73F-B730-40E8-B952-CE102FD40AD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826313" y="2838033"/>
                <a:ext cx="1066800" cy="1066800"/>
              </a:xfrm>
              <a:prstGeom prst="rect">
                <a:avLst/>
              </a:prstGeom>
            </p:spPr>
          </p:pic>
          <p:pic>
            <p:nvPicPr>
              <p:cNvPr id="53" name="図 52">
                <a:extLst>
                  <a:ext uri="{FF2B5EF4-FFF2-40B4-BE49-F238E27FC236}">
                    <a16:creationId xmlns:a16="http://schemas.microsoft.com/office/drawing/2014/main" id="{9E0F92C6-85DA-48D7-A22B-A1278B940EF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0545855" y="2838033"/>
                <a:ext cx="1066800" cy="1066800"/>
              </a:xfrm>
              <a:prstGeom prst="rect">
                <a:avLst/>
              </a:prstGeom>
            </p:spPr>
          </p:pic>
        </p:grpSp>
        <p:sp>
          <p:nvSpPr>
            <p:cNvPr id="56" name="テキスト ボックス 55">
              <a:extLst>
                <a:ext uri="{FF2B5EF4-FFF2-40B4-BE49-F238E27FC236}">
                  <a16:creationId xmlns:a16="http://schemas.microsoft.com/office/drawing/2014/main" id="{E483FD63-FCE6-41AA-8B0F-5D7DC7FDF34E}"/>
                </a:ext>
              </a:extLst>
            </p:cNvPr>
            <p:cNvSpPr txBox="1"/>
            <p:nvPr/>
          </p:nvSpPr>
          <p:spPr>
            <a:xfrm>
              <a:off x="4844052" y="1539863"/>
              <a:ext cx="215315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2400" dirty="0">
                  <a:latin typeface="Arial" panose="020B0604020202020204" pitchFamily="34" charset="0"/>
                  <a:cs typeface="Arial" panose="020B0604020202020204" pitchFamily="34" charset="0"/>
                </a:rPr>
                <a:t>Easy Example</a:t>
              </a:r>
              <a:endParaRPr kumimoji="1" lang="ja-JP" altLang="en-US" sz="24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7" name="テキスト ボックス 56">
              <a:extLst>
                <a:ext uri="{FF2B5EF4-FFF2-40B4-BE49-F238E27FC236}">
                  <a16:creationId xmlns:a16="http://schemas.microsoft.com/office/drawing/2014/main" id="{DCC53A14-CB81-4E53-8A5D-068BD73907F9}"/>
                </a:ext>
              </a:extLst>
            </p:cNvPr>
            <p:cNvSpPr txBox="1"/>
            <p:nvPr/>
          </p:nvSpPr>
          <p:spPr>
            <a:xfrm>
              <a:off x="4813437" y="3464558"/>
              <a:ext cx="256512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2400" dirty="0">
                  <a:latin typeface="Arial" panose="020B0604020202020204" pitchFamily="34" charset="0"/>
                  <a:cs typeface="Arial" panose="020B0604020202020204" pitchFamily="34" charset="0"/>
                </a:rPr>
                <a:t>Medium Example</a:t>
              </a:r>
              <a:endParaRPr kumimoji="1" lang="ja-JP" altLang="en-US" sz="24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8" name="テキスト ボックス 57">
              <a:extLst>
                <a:ext uri="{FF2B5EF4-FFF2-40B4-BE49-F238E27FC236}">
                  <a16:creationId xmlns:a16="http://schemas.microsoft.com/office/drawing/2014/main" id="{210DBCC2-9284-4CDC-9058-C3E06481F1BB}"/>
                </a:ext>
              </a:extLst>
            </p:cNvPr>
            <p:cNvSpPr txBox="1"/>
            <p:nvPr/>
          </p:nvSpPr>
          <p:spPr>
            <a:xfrm>
              <a:off x="4859507" y="5389253"/>
              <a:ext cx="213712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2400">
                  <a:latin typeface="Arial" panose="020B0604020202020204" pitchFamily="34" charset="0"/>
                  <a:cs typeface="Arial" panose="020B0604020202020204" pitchFamily="34" charset="0"/>
                </a:rPr>
                <a:t>Hard </a:t>
              </a:r>
              <a:r>
                <a:rPr lang="en-US" altLang="ja-JP" sz="2400" dirty="0">
                  <a:latin typeface="Arial" panose="020B0604020202020204" pitchFamily="34" charset="0"/>
                  <a:cs typeface="Arial" panose="020B0604020202020204" pitchFamily="34" charset="0"/>
                </a:rPr>
                <a:t>Example</a:t>
              </a:r>
              <a:endParaRPr kumimoji="1" lang="ja-JP" altLang="en-US" sz="24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cxnSp>
        <p:nvCxnSpPr>
          <p:cNvPr id="5" name="直線コネクタ 4">
            <a:extLst>
              <a:ext uri="{FF2B5EF4-FFF2-40B4-BE49-F238E27FC236}">
                <a16:creationId xmlns:a16="http://schemas.microsoft.com/office/drawing/2014/main" id="{A1BEAC0C-26FC-26CA-5DFE-51471F2135CF}"/>
              </a:ext>
            </a:extLst>
          </p:cNvPr>
          <p:cNvCxnSpPr>
            <a:cxnSpLocks/>
          </p:cNvCxnSpPr>
          <p:nvPr/>
        </p:nvCxnSpPr>
        <p:spPr>
          <a:xfrm flipV="1">
            <a:off x="3385457" y="-58974"/>
            <a:ext cx="0" cy="716280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875652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71</TotalTime>
  <Words>32</Words>
  <Application>Microsoft Office PowerPoint</Application>
  <PresentationFormat>ワイド画面</PresentationFormat>
  <Paragraphs>13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6" baseType="lpstr">
      <vt:lpstr>游ゴシック</vt:lpstr>
      <vt:lpstr>游ゴシック Light</vt:lpstr>
      <vt:lpstr>Arial</vt:lpstr>
      <vt:lpstr>Cambria Math</vt:lpstr>
      <vt:lpstr>Office テーマ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廣池　友哉</dc:creator>
  <cp:lastModifiedBy>廣池　友哉</cp:lastModifiedBy>
  <cp:revision>12</cp:revision>
  <dcterms:created xsi:type="dcterms:W3CDTF">2026-01-22T06:02:05Z</dcterms:created>
  <dcterms:modified xsi:type="dcterms:W3CDTF">2026-02-01T08:35:25Z</dcterms:modified>
</cp:coreProperties>
</file>