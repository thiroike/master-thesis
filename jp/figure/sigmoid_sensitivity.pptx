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02C"/>
    <a:srgbClr val="FF7F0E"/>
    <a:srgbClr val="1F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9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C2E25-5ED3-40BA-9A3B-4F12022A5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A34781-6220-476B-9E5F-36B099E09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A45910-F033-45A9-9221-CEA43D74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83D932-4BDD-4295-ADAE-8C665437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5D5153-DC47-4B02-9EC0-E46F819E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95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58CB7C-A04D-4D6D-BE07-F809CEC8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C191F8-8720-48A5-ADB0-7C7F71783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14DE10-DE0C-4E0A-A571-E94D140F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5F7D68-3A68-4C3F-A873-895E5B69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05286C-86EF-48FF-8081-5B33B1AD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95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E9A534-B739-4C17-A954-F4A73260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5F5C79-9B3A-42F1-BDAB-6DA3973A8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0EC385-0B6F-424A-9D6A-9537E290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BC1C40-4D72-4DDA-9223-4E617A50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7B4BD0-DBF7-455A-9319-516DCCA4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22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B871E3-B3A1-4EF5-B8A5-8F3ED7B3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D8F5FA-FC35-4AE2-AEAD-969F74A92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252940-E8B6-460E-9C2A-7FF2D786D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D505EC-527D-4123-A662-3A4746B9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607D46-5CB3-4DA9-9347-1C6F9949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7DAD83-8C08-4AAC-8A9A-AE544894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36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905995-820C-4A97-99DB-3B752ACFB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0FC229-E8CD-4236-B390-4F509F62D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839AA3-09E6-4B91-BAB6-8605B3278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934DC1-5F60-4DB5-AF04-B6406358D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F8B511C-29B3-4D71-BF07-DD2300F47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18FFD8-BAC0-4FA1-805A-7936B6857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608AD0D-6A3B-4793-90E4-C884870A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C8A70C-ABA7-476F-A7CD-A95EB61E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32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FCE01-AAA7-42D6-8E9C-AECD8BB6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93A905-C330-47BF-B325-DBFB98F6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E88EF32-A774-4CCD-B36C-B4F4B824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7BB112-9AEE-4B77-AECC-AD2FDEFC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41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ADAC3CA-3BC7-46FA-8CFC-65FB536E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E02884-0DE9-43A0-9E39-081CE7D2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4169EF-095A-41F2-B2E2-08A2635F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55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81C1B4-83C8-42CF-8B96-DBF225FFB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3C419C-8008-4570-BBDD-7E3016CAF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C20F2F-6178-455C-8A77-6425409F9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51DDF9-A498-4EBC-9350-736C716F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7D542E-53F2-42BF-90FD-1D46B9C5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A2C310-41B0-4284-A303-718230B9D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09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BC459-0B9D-4610-A55C-07B23B91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50EDE80-70BD-4F99-9E7E-9C8C60A39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18D1ED-6F53-4E40-80D5-C3312ECCB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B4F632-4CF1-48FB-B0FE-83AE0E08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2B0690-7AB7-4FD2-87A2-5ADA851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C096B7-8099-41DA-8E69-7AE201E6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07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43B140-D8CF-46A7-B5A3-84B31E1FD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88935A-25BB-45B7-9B7F-28A08C59E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269C77-E6DD-4482-A653-C9FDBDF1A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D06CF9-25A8-4A2F-9F34-FE34AABF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95E6CF-3DA4-46AE-B46D-950D109F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1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7263040-DCA0-41E7-8584-6D6B21E25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B8A67C-6D0D-4751-A334-8F356E91E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33ACCC-9451-4E7E-93F3-47D26B61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2D6827-E022-40E8-ADD0-6FD99D75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FA4646-3CB6-474C-A60E-C693FBCB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41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CDEF94-EB8C-4810-A996-2BC63F94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5A1520-BD22-4395-80DD-E4728F957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1F196A-A731-4C34-A075-0C34231FD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00417-ECE0-4E01-989F-4BBD8E12DB73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FEF78A-BC27-4AEF-B7F7-152C0CE76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2BA4E9-1937-40F4-908D-C54152976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E6335-52FE-4461-9EB8-25FFD970D4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98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908E1D0-89F7-49FF-9B49-218AD804A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795" y="515525"/>
            <a:ext cx="10972800" cy="6172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42AF8E5-C6EA-4998-B887-64F1C0ABC90B}"/>
                  </a:ext>
                </a:extLst>
              </p:cNvPr>
              <p:cNvSpPr txBox="1"/>
              <p:nvPr/>
            </p:nvSpPr>
            <p:spPr>
              <a:xfrm>
                <a:off x="3065417" y="613954"/>
                <a:ext cx="13628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42AF8E5-C6EA-4998-B887-64F1C0ABC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417" y="613954"/>
                <a:ext cx="136289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535574C-8E05-4D0B-A6F2-85454F52B59B}"/>
                  </a:ext>
                </a:extLst>
              </p:cNvPr>
              <p:cNvSpPr txBox="1"/>
              <p:nvPr/>
            </p:nvSpPr>
            <p:spPr>
              <a:xfrm>
                <a:off x="6244044" y="6056812"/>
                <a:ext cx="888274" cy="4901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535574C-8E05-4D0B-A6F2-85454F52B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044" y="6056812"/>
                <a:ext cx="888274" cy="490199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E0A04F8-B9A3-43DC-8F19-8AADFAF3E59E}"/>
                  </a:ext>
                </a:extLst>
              </p:cNvPr>
              <p:cNvSpPr txBox="1"/>
              <p:nvPr/>
            </p:nvSpPr>
            <p:spPr>
              <a:xfrm>
                <a:off x="1271451" y="5539966"/>
                <a:ext cx="8882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E0A04F8-B9A3-43DC-8F19-8AADFAF3E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51" y="5539966"/>
                <a:ext cx="88827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71FA8AA-231E-40E4-9EC1-38CF6CF0BD05}"/>
                  </a:ext>
                </a:extLst>
              </p:cNvPr>
              <p:cNvSpPr txBox="1"/>
              <p:nvPr/>
            </p:nvSpPr>
            <p:spPr>
              <a:xfrm>
                <a:off x="1271451" y="1242722"/>
                <a:ext cx="8882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71FA8AA-231E-40E4-9EC1-38CF6CF0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51" y="1242722"/>
                <a:ext cx="88827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2874991-D5B6-4586-907D-7AE1167E900C}"/>
              </a:ext>
            </a:extLst>
          </p:cNvPr>
          <p:cNvCxnSpPr>
            <a:cxnSpLocks/>
          </p:cNvCxnSpPr>
          <p:nvPr/>
        </p:nvCxnSpPr>
        <p:spPr>
          <a:xfrm>
            <a:off x="4428309" y="844786"/>
            <a:ext cx="1088571" cy="0"/>
          </a:xfrm>
          <a:prstGeom prst="line">
            <a:avLst/>
          </a:prstGeom>
          <a:ln w="76200">
            <a:solidFill>
              <a:srgbClr val="1F77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E87D2A6-41AF-4C16-963D-935DAD1E4D25}"/>
                  </a:ext>
                </a:extLst>
              </p:cNvPr>
              <p:cNvSpPr txBox="1"/>
              <p:nvPr/>
            </p:nvSpPr>
            <p:spPr>
              <a:xfrm>
                <a:off x="5695405" y="628767"/>
                <a:ext cx="13628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E87D2A6-41AF-4C16-963D-935DAD1E4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405" y="628767"/>
                <a:ext cx="136289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5155409-F271-429E-BB18-DD39F39BFD22}"/>
              </a:ext>
            </a:extLst>
          </p:cNvPr>
          <p:cNvCxnSpPr>
            <a:cxnSpLocks/>
          </p:cNvCxnSpPr>
          <p:nvPr/>
        </p:nvCxnSpPr>
        <p:spPr>
          <a:xfrm>
            <a:off x="7058297" y="859599"/>
            <a:ext cx="1088571" cy="0"/>
          </a:xfrm>
          <a:prstGeom prst="line">
            <a:avLst/>
          </a:prstGeom>
          <a:ln w="76200">
            <a:solidFill>
              <a:srgbClr val="FF7F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1BFEC5B-FB59-49B1-95CA-F6EF93305EE5}"/>
                  </a:ext>
                </a:extLst>
              </p:cNvPr>
              <p:cNvSpPr txBox="1"/>
              <p:nvPr/>
            </p:nvSpPr>
            <p:spPr>
              <a:xfrm>
                <a:off x="8325393" y="628766"/>
                <a:ext cx="13628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1BFEC5B-FB59-49B1-95CA-F6EF93305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393" y="628766"/>
                <a:ext cx="136289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1925F38-B60D-4B24-975E-10A36F7994E3}"/>
              </a:ext>
            </a:extLst>
          </p:cNvPr>
          <p:cNvCxnSpPr>
            <a:cxnSpLocks/>
          </p:cNvCxnSpPr>
          <p:nvPr/>
        </p:nvCxnSpPr>
        <p:spPr>
          <a:xfrm>
            <a:off x="9688285" y="859598"/>
            <a:ext cx="1088571" cy="0"/>
          </a:xfrm>
          <a:prstGeom prst="line">
            <a:avLst/>
          </a:prstGeom>
          <a:ln w="76200">
            <a:solidFill>
              <a:srgbClr val="2CA0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CDFFA06-E88E-4A4A-B0B4-AEE1715B1094}"/>
                  </a:ext>
                </a:extLst>
              </p:cNvPr>
              <p:cNvSpPr txBox="1"/>
              <p:nvPr/>
            </p:nvSpPr>
            <p:spPr>
              <a:xfrm>
                <a:off x="10232570" y="6087866"/>
                <a:ext cx="8882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norm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CDFFA06-E88E-4A4A-B0B4-AEE1715B1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570" y="6087866"/>
                <a:ext cx="888274" cy="461665"/>
              </a:xfrm>
              <a:prstGeom prst="rect">
                <a:avLst/>
              </a:prstGeom>
              <a:blipFill>
                <a:blip r:embed="rId10"/>
                <a:stretch>
                  <a:fillRect l="-2069" r="-48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623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3</cp:revision>
  <dcterms:created xsi:type="dcterms:W3CDTF">2026-01-08T01:36:32Z</dcterms:created>
  <dcterms:modified xsi:type="dcterms:W3CDTF">2026-01-08T02:57:05Z</dcterms:modified>
</cp:coreProperties>
</file>